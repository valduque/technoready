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67" r:id="rId3"/>
    <p:sldId id="266" r:id="rId4"/>
    <p:sldId id="258" r:id="rId5"/>
    <p:sldId id="256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F3762F-15A5-4F7A-83D9-4B7C5A441C1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302A08A-B690-44F2-ADAE-DC744EF938F8}">
      <dgm:prSet/>
      <dgm:spPr/>
      <dgm:t>
        <a:bodyPr/>
        <a:lstStyle/>
        <a:p>
          <a:r>
            <a:rPr lang="en-US" dirty="0"/>
            <a:t>• GitHub Account Creation</a:t>
          </a:r>
        </a:p>
      </dgm:t>
    </dgm:pt>
    <dgm:pt modelId="{FA94E99E-1486-488C-A149-F7EC7466AEB9}" type="parTrans" cxnId="{1DE68722-754B-4C52-BC44-A3CC45BD96CA}">
      <dgm:prSet/>
      <dgm:spPr/>
      <dgm:t>
        <a:bodyPr/>
        <a:lstStyle/>
        <a:p>
          <a:endParaRPr lang="en-US"/>
        </a:p>
      </dgm:t>
    </dgm:pt>
    <dgm:pt modelId="{75C8AAF0-87AA-4FCD-8E88-E290AE0B2A58}" type="sibTrans" cxnId="{1DE68722-754B-4C52-BC44-A3CC45BD96CA}">
      <dgm:prSet/>
      <dgm:spPr/>
      <dgm:t>
        <a:bodyPr/>
        <a:lstStyle/>
        <a:p>
          <a:endParaRPr lang="en-US"/>
        </a:p>
      </dgm:t>
    </dgm:pt>
    <dgm:pt modelId="{FBFC19AD-0A22-457D-8719-9573F9E284FD}">
      <dgm:prSet/>
      <dgm:spPr/>
      <dgm:t>
        <a:bodyPr/>
        <a:lstStyle/>
        <a:p>
          <a:r>
            <a:rPr lang="en-US"/>
            <a:t>• Git Installation</a:t>
          </a:r>
        </a:p>
      </dgm:t>
    </dgm:pt>
    <dgm:pt modelId="{C955250E-D5AC-45E2-9EC3-0D59BCCE05F1}" type="parTrans" cxnId="{26276106-4456-41FC-B962-F0A7A0F4EB2E}">
      <dgm:prSet/>
      <dgm:spPr/>
      <dgm:t>
        <a:bodyPr/>
        <a:lstStyle/>
        <a:p>
          <a:endParaRPr lang="en-US"/>
        </a:p>
      </dgm:t>
    </dgm:pt>
    <dgm:pt modelId="{B15101A4-6752-4176-83F0-F1F9241E325D}" type="sibTrans" cxnId="{26276106-4456-41FC-B962-F0A7A0F4EB2E}">
      <dgm:prSet/>
      <dgm:spPr/>
      <dgm:t>
        <a:bodyPr/>
        <a:lstStyle/>
        <a:p>
          <a:endParaRPr lang="en-US"/>
        </a:p>
      </dgm:t>
    </dgm:pt>
    <dgm:pt modelId="{C8EAC75D-D281-4069-9A5B-A924C60D2BF5}">
      <dgm:prSet/>
      <dgm:spPr/>
      <dgm:t>
        <a:bodyPr/>
        <a:lstStyle/>
        <a:p>
          <a:r>
            <a:rPr lang="en-US"/>
            <a:t>• SSH Key Generation and Configuration</a:t>
          </a:r>
        </a:p>
      </dgm:t>
    </dgm:pt>
    <dgm:pt modelId="{A6D2B05E-6B0C-4FE0-B62C-C8F0DE8672A4}" type="parTrans" cxnId="{0942F37F-4330-4C8C-A361-BF44DCC0E115}">
      <dgm:prSet/>
      <dgm:spPr/>
      <dgm:t>
        <a:bodyPr/>
        <a:lstStyle/>
        <a:p>
          <a:endParaRPr lang="en-US"/>
        </a:p>
      </dgm:t>
    </dgm:pt>
    <dgm:pt modelId="{30F81B66-FBF2-4647-AC56-1A99329902B1}" type="sibTrans" cxnId="{0942F37F-4330-4C8C-A361-BF44DCC0E115}">
      <dgm:prSet/>
      <dgm:spPr/>
      <dgm:t>
        <a:bodyPr/>
        <a:lstStyle/>
        <a:p>
          <a:endParaRPr lang="en-US"/>
        </a:p>
      </dgm:t>
    </dgm:pt>
    <dgm:pt modelId="{75DA7C01-1F9F-469D-B4BD-CF612EC01ABC}">
      <dgm:prSet/>
      <dgm:spPr/>
      <dgm:t>
        <a:bodyPr/>
        <a:lstStyle/>
        <a:p>
          <a:r>
            <a:rPr lang="en-US" dirty="0"/>
            <a:t>• Repository Creation &amp; Project Upload</a:t>
          </a:r>
        </a:p>
      </dgm:t>
    </dgm:pt>
    <dgm:pt modelId="{C1B81C77-76DA-47C0-A6D1-8CB817589742}" type="parTrans" cxnId="{39BF6E9F-9F11-4471-9797-EDB3E11C3C90}">
      <dgm:prSet/>
      <dgm:spPr/>
      <dgm:t>
        <a:bodyPr/>
        <a:lstStyle/>
        <a:p>
          <a:endParaRPr lang="en-US"/>
        </a:p>
      </dgm:t>
    </dgm:pt>
    <dgm:pt modelId="{278C5D30-82D6-4F40-9896-3CDF4E8D3044}" type="sibTrans" cxnId="{39BF6E9F-9F11-4471-9797-EDB3E11C3C90}">
      <dgm:prSet/>
      <dgm:spPr/>
      <dgm:t>
        <a:bodyPr/>
        <a:lstStyle/>
        <a:p>
          <a:endParaRPr lang="en-US"/>
        </a:p>
      </dgm:t>
    </dgm:pt>
    <dgm:pt modelId="{C631FB16-7284-49B3-B12F-CFE0A22F9452}">
      <dgm:prSet/>
      <dgm:spPr/>
      <dgm:t>
        <a:bodyPr/>
        <a:lstStyle/>
        <a:p>
          <a:r>
            <a:rPr lang="en-US"/>
            <a:t>• New Branch Creation</a:t>
          </a:r>
        </a:p>
      </dgm:t>
    </dgm:pt>
    <dgm:pt modelId="{27C00875-F834-46CC-BF26-6EB97A7264E4}" type="parTrans" cxnId="{5E59E76A-701D-412A-8060-A67D256259C9}">
      <dgm:prSet/>
      <dgm:spPr/>
      <dgm:t>
        <a:bodyPr/>
        <a:lstStyle/>
        <a:p>
          <a:endParaRPr lang="en-US"/>
        </a:p>
      </dgm:t>
    </dgm:pt>
    <dgm:pt modelId="{013E1F6C-3BE6-4BC8-8149-16C709C276E8}" type="sibTrans" cxnId="{5E59E76A-701D-412A-8060-A67D256259C9}">
      <dgm:prSet/>
      <dgm:spPr/>
      <dgm:t>
        <a:bodyPr/>
        <a:lstStyle/>
        <a:p>
          <a:endParaRPr lang="en-US"/>
        </a:p>
      </dgm:t>
    </dgm:pt>
    <dgm:pt modelId="{254236AE-34D2-46CC-B66C-D0C599051E5D}">
      <dgm:prSet/>
      <dgm:spPr/>
      <dgm:t>
        <a:bodyPr/>
        <a:lstStyle/>
        <a:p>
          <a:r>
            <a:rPr lang="en-US"/>
            <a:t>• Pull Request (PR) Creation &amp; Approval</a:t>
          </a:r>
        </a:p>
      </dgm:t>
    </dgm:pt>
    <dgm:pt modelId="{D9903068-41D4-4E33-A129-C35FFF9405BC}" type="parTrans" cxnId="{8D9E42AF-50F2-4354-9510-5CB459386AD5}">
      <dgm:prSet/>
      <dgm:spPr/>
      <dgm:t>
        <a:bodyPr/>
        <a:lstStyle/>
        <a:p>
          <a:endParaRPr lang="en-US"/>
        </a:p>
      </dgm:t>
    </dgm:pt>
    <dgm:pt modelId="{3D964469-44FE-4C8C-87FE-78D74FB7CAF4}" type="sibTrans" cxnId="{8D9E42AF-50F2-4354-9510-5CB459386AD5}">
      <dgm:prSet/>
      <dgm:spPr/>
      <dgm:t>
        <a:bodyPr/>
        <a:lstStyle/>
        <a:p>
          <a:endParaRPr lang="en-US"/>
        </a:p>
      </dgm:t>
    </dgm:pt>
    <dgm:pt modelId="{FB40CA15-EA4C-4421-B754-0F6898B258DF}">
      <dgm:prSet/>
      <dgm:spPr/>
      <dgm:t>
        <a:bodyPr/>
        <a:lstStyle/>
        <a:p>
          <a:r>
            <a:rPr lang="en-US"/>
            <a:t>• Conflict Between Branches</a:t>
          </a:r>
        </a:p>
      </dgm:t>
    </dgm:pt>
    <dgm:pt modelId="{33255C63-94AF-44CA-8EE1-8FEC8EAE28BB}" type="parTrans" cxnId="{FD5E28C4-C8ED-471A-9CB3-0462E885872D}">
      <dgm:prSet/>
      <dgm:spPr/>
      <dgm:t>
        <a:bodyPr/>
        <a:lstStyle/>
        <a:p>
          <a:endParaRPr lang="en-US"/>
        </a:p>
      </dgm:t>
    </dgm:pt>
    <dgm:pt modelId="{0C05DD72-3D01-45CC-8A48-3657993F24D4}" type="sibTrans" cxnId="{FD5E28C4-C8ED-471A-9CB3-0462E885872D}">
      <dgm:prSet/>
      <dgm:spPr/>
      <dgm:t>
        <a:bodyPr/>
        <a:lstStyle/>
        <a:p>
          <a:endParaRPr lang="en-US"/>
        </a:p>
      </dgm:t>
    </dgm:pt>
    <dgm:pt modelId="{7B58DED1-7E86-4B68-8CEE-002335E60A74}">
      <dgm:prSet/>
      <dgm:spPr/>
      <dgm:t>
        <a:bodyPr/>
        <a:lstStyle/>
        <a:p>
          <a:r>
            <a:rPr lang="en-US"/>
            <a:t>• Conflict Resolution Process</a:t>
          </a:r>
        </a:p>
      </dgm:t>
    </dgm:pt>
    <dgm:pt modelId="{DE6E00A0-513A-4B51-A8C0-7745589395F5}" type="parTrans" cxnId="{175FE8D7-09B7-46B0-94A0-F2D8E452AC1E}">
      <dgm:prSet/>
      <dgm:spPr/>
      <dgm:t>
        <a:bodyPr/>
        <a:lstStyle/>
        <a:p>
          <a:endParaRPr lang="en-US"/>
        </a:p>
      </dgm:t>
    </dgm:pt>
    <dgm:pt modelId="{96F85C5C-CD77-4FFB-AD74-38892BC56A10}" type="sibTrans" cxnId="{175FE8D7-09B7-46B0-94A0-F2D8E452AC1E}">
      <dgm:prSet/>
      <dgm:spPr/>
      <dgm:t>
        <a:bodyPr/>
        <a:lstStyle/>
        <a:p>
          <a:endParaRPr lang="en-US"/>
        </a:p>
      </dgm:t>
    </dgm:pt>
    <dgm:pt modelId="{A0EE5317-B8A0-448B-A4BC-68078CF86E39}">
      <dgm:prSet/>
      <dgm:spPr/>
      <dgm:t>
        <a:bodyPr/>
        <a:lstStyle/>
        <a:p>
          <a:r>
            <a:rPr lang="en-US"/>
            <a:t>• Revert Changes with Git Commands</a:t>
          </a:r>
        </a:p>
      </dgm:t>
    </dgm:pt>
    <dgm:pt modelId="{84E1C70A-308A-437F-86FE-9DB3DB3AE225}" type="parTrans" cxnId="{5E8AC67C-8AC4-4949-973E-A79D6025DD88}">
      <dgm:prSet/>
      <dgm:spPr/>
      <dgm:t>
        <a:bodyPr/>
        <a:lstStyle/>
        <a:p>
          <a:endParaRPr lang="en-US"/>
        </a:p>
      </dgm:t>
    </dgm:pt>
    <dgm:pt modelId="{CCF1A3B4-5B79-44C2-8A45-E402EA0B1033}" type="sibTrans" cxnId="{5E8AC67C-8AC4-4949-973E-A79D6025DD88}">
      <dgm:prSet/>
      <dgm:spPr/>
      <dgm:t>
        <a:bodyPr/>
        <a:lstStyle/>
        <a:p>
          <a:endParaRPr lang="en-US"/>
        </a:p>
      </dgm:t>
    </dgm:pt>
    <dgm:pt modelId="{9C694128-FCAE-456A-A4FD-F71DFD7FB627}">
      <dgm:prSet/>
      <dgm:spPr/>
      <dgm:t>
        <a:bodyPr/>
        <a:lstStyle/>
        <a:p>
          <a:r>
            <a:rPr lang="en-US"/>
            <a:t>• Approved PRs and Merged Branches</a:t>
          </a:r>
        </a:p>
      </dgm:t>
    </dgm:pt>
    <dgm:pt modelId="{D83431F4-71C4-4A0B-978D-5409AB6950D6}" type="parTrans" cxnId="{1D60E718-72CC-4B65-85EB-E9CCCF4FE74A}">
      <dgm:prSet/>
      <dgm:spPr/>
      <dgm:t>
        <a:bodyPr/>
        <a:lstStyle/>
        <a:p>
          <a:endParaRPr lang="en-US"/>
        </a:p>
      </dgm:t>
    </dgm:pt>
    <dgm:pt modelId="{363251EE-9BD4-42C9-A217-17CB8C00D950}" type="sibTrans" cxnId="{1D60E718-72CC-4B65-85EB-E9CCCF4FE74A}">
      <dgm:prSet/>
      <dgm:spPr/>
      <dgm:t>
        <a:bodyPr/>
        <a:lstStyle/>
        <a:p>
          <a:endParaRPr lang="en-US"/>
        </a:p>
      </dgm:t>
    </dgm:pt>
    <dgm:pt modelId="{CFCA83F4-5DA0-43CA-8D51-D3199A2EADEE}" type="pres">
      <dgm:prSet presAssocID="{EEF3762F-15A5-4F7A-83D9-4B7C5A441C19}" presName="linear" presStyleCnt="0">
        <dgm:presLayoutVars>
          <dgm:animLvl val="lvl"/>
          <dgm:resizeHandles val="exact"/>
        </dgm:presLayoutVars>
      </dgm:prSet>
      <dgm:spPr/>
    </dgm:pt>
    <dgm:pt modelId="{F7FD569B-3243-476E-9709-75DCAA8A9EAC}" type="pres">
      <dgm:prSet presAssocID="{0302A08A-B690-44F2-ADAE-DC744EF938F8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09ABAB71-FC89-43E0-8C05-388CBEECC32B}" type="pres">
      <dgm:prSet presAssocID="{75C8AAF0-87AA-4FCD-8E88-E290AE0B2A58}" presName="spacer" presStyleCnt="0"/>
      <dgm:spPr/>
    </dgm:pt>
    <dgm:pt modelId="{18EECAFF-5EFA-4D14-ABF7-26E853CF08A5}" type="pres">
      <dgm:prSet presAssocID="{FBFC19AD-0A22-457D-8719-9573F9E284FD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0E835227-2EC4-4BCF-8925-09AB2A140049}" type="pres">
      <dgm:prSet presAssocID="{B15101A4-6752-4176-83F0-F1F9241E325D}" presName="spacer" presStyleCnt="0"/>
      <dgm:spPr/>
    </dgm:pt>
    <dgm:pt modelId="{898ADFAF-DD36-41AB-9516-94BA11A6FB77}" type="pres">
      <dgm:prSet presAssocID="{C8EAC75D-D281-4069-9A5B-A924C60D2BF5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D8BC4111-B3B1-41E7-9865-07F5016E460D}" type="pres">
      <dgm:prSet presAssocID="{30F81B66-FBF2-4647-AC56-1A99329902B1}" presName="spacer" presStyleCnt="0"/>
      <dgm:spPr/>
    </dgm:pt>
    <dgm:pt modelId="{E8E12ED5-E0C1-4E20-ADC9-BA6D94DD364D}" type="pres">
      <dgm:prSet presAssocID="{75DA7C01-1F9F-469D-B4BD-CF612EC01ABC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DFA9D771-1A78-4DAA-A8A0-DD4C5BEBBA19}" type="pres">
      <dgm:prSet presAssocID="{278C5D30-82D6-4F40-9896-3CDF4E8D3044}" presName="spacer" presStyleCnt="0"/>
      <dgm:spPr/>
    </dgm:pt>
    <dgm:pt modelId="{9DAD45AB-FB10-4860-8921-E80A54BB3A74}" type="pres">
      <dgm:prSet presAssocID="{C631FB16-7284-49B3-B12F-CFE0A22F9452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42F5EF8C-E414-42FC-AD5A-863EE0E13857}" type="pres">
      <dgm:prSet presAssocID="{013E1F6C-3BE6-4BC8-8149-16C709C276E8}" presName="spacer" presStyleCnt="0"/>
      <dgm:spPr/>
    </dgm:pt>
    <dgm:pt modelId="{F53A26FE-BD35-4834-B3AE-4E19A899917A}" type="pres">
      <dgm:prSet presAssocID="{254236AE-34D2-46CC-B66C-D0C599051E5D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25FD438F-C2BE-4F84-AF29-D2A7EE514F72}" type="pres">
      <dgm:prSet presAssocID="{3D964469-44FE-4C8C-87FE-78D74FB7CAF4}" presName="spacer" presStyleCnt="0"/>
      <dgm:spPr/>
    </dgm:pt>
    <dgm:pt modelId="{5D25A571-8C71-4D35-AE9F-1F1E3A6B2B3C}" type="pres">
      <dgm:prSet presAssocID="{FB40CA15-EA4C-4421-B754-0F6898B258DF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7585E568-D519-4DC9-9AF1-00D1A907F756}" type="pres">
      <dgm:prSet presAssocID="{0C05DD72-3D01-45CC-8A48-3657993F24D4}" presName="spacer" presStyleCnt="0"/>
      <dgm:spPr/>
    </dgm:pt>
    <dgm:pt modelId="{A58A1DB2-6CDA-4A96-8471-AA2ACADB70F9}" type="pres">
      <dgm:prSet presAssocID="{7B58DED1-7E86-4B68-8CEE-002335E60A74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FEE6AB60-F61F-445B-8CE2-4D73D5A89253}" type="pres">
      <dgm:prSet presAssocID="{96F85C5C-CD77-4FFB-AD74-38892BC56A10}" presName="spacer" presStyleCnt="0"/>
      <dgm:spPr/>
    </dgm:pt>
    <dgm:pt modelId="{79EC806A-5647-47F4-91B8-E460BB3ED8F2}" type="pres">
      <dgm:prSet presAssocID="{A0EE5317-B8A0-448B-A4BC-68078CF86E39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81BB3FD5-ED59-4865-9BF2-545D73A98B0B}" type="pres">
      <dgm:prSet presAssocID="{CCF1A3B4-5B79-44C2-8A45-E402EA0B1033}" presName="spacer" presStyleCnt="0"/>
      <dgm:spPr/>
    </dgm:pt>
    <dgm:pt modelId="{033E634A-F3D8-4D2C-8D7A-1CF5A953D8A2}" type="pres">
      <dgm:prSet presAssocID="{9C694128-FCAE-456A-A4FD-F71DFD7FB627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26276106-4456-41FC-B962-F0A7A0F4EB2E}" srcId="{EEF3762F-15A5-4F7A-83D9-4B7C5A441C19}" destId="{FBFC19AD-0A22-457D-8719-9573F9E284FD}" srcOrd="1" destOrd="0" parTransId="{C955250E-D5AC-45E2-9EC3-0D59BCCE05F1}" sibTransId="{B15101A4-6752-4176-83F0-F1F9241E325D}"/>
    <dgm:cxn modelId="{AC4AA514-7172-45E0-AE42-B4A684B699A5}" type="presOf" srcId="{C8EAC75D-D281-4069-9A5B-A924C60D2BF5}" destId="{898ADFAF-DD36-41AB-9516-94BA11A6FB77}" srcOrd="0" destOrd="0" presId="urn:microsoft.com/office/officeart/2005/8/layout/vList2"/>
    <dgm:cxn modelId="{C3F33616-2CD6-40F0-99B1-A1219EE13687}" type="presOf" srcId="{75DA7C01-1F9F-469D-B4BD-CF612EC01ABC}" destId="{E8E12ED5-E0C1-4E20-ADC9-BA6D94DD364D}" srcOrd="0" destOrd="0" presId="urn:microsoft.com/office/officeart/2005/8/layout/vList2"/>
    <dgm:cxn modelId="{1D60E718-72CC-4B65-85EB-E9CCCF4FE74A}" srcId="{EEF3762F-15A5-4F7A-83D9-4B7C5A441C19}" destId="{9C694128-FCAE-456A-A4FD-F71DFD7FB627}" srcOrd="9" destOrd="0" parTransId="{D83431F4-71C4-4A0B-978D-5409AB6950D6}" sibTransId="{363251EE-9BD4-42C9-A217-17CB8C00D950}"/>
    <dgm:cxn modelId="{0A43D71C-5075-4C96-B852-57D9C13F3763}" type="presOf" srcId="{FBFC19AD-0A22-457D-8719-9573F9E284FD}" destId="{18EECAFF-5EFA-4D14-ABF7-26E853CF08A5}" srcOrd="0" destOrd="0" presId="urn:microsoft.com/office/officeart/2005/8/layout/vList2"/>
    <dgm:cxn modelId="{1DE68722-754B-4C52-BC44-A3CC45BD96CA}" srcId="{EEF3762F-15A5-4F7A-83D9-4B7C5A441C19}" destId="{0302A08A-B690-44F2-ADAE-DC744EF938F8}" srcOrd="0" destOrd="0" parTransId="{FA94E99E-1486-488C-A149-F7EC7466AEB9}" sibTransId="{75C8AAF0-87AA-4FCD-8E88-E290AE0B2A58}"/>
    <dgm:cxn modelId="{BBC7BD6A-A90B-4305-AA7D-E58018F8D237}" type="presOf" srcId="{254236AE-34D2-46CC-B66C-D0C599051E5D}" destId="{F53A26FE-BD35-4834-B3AE-4E19A899917A}" srcOrd="0" destOrd="0" presId="urn:microsoft.com/office/officeart/2005/8/layout/vList2"/>
    <dgm:cxn modelId="{5E59E76A-701D-412A-8060-A67D256259C9}" srcId="{EEF3762F-15A5-4F7A-83D9-4B7C5A441C19}" destId="{C631FB16-7284-49B3-B12F-CFE0A22F9452}" srcOrd="4" destOrd="0" parTransId="{27C00875-F834-46CC-BF26-6EB97A7264E4}" sibTransId="{013E1F6C-3BE6-4BC8-8149-16C709C276E8}"/>
    <dgm:cxn modelId="{3A48BD70-DB7C-4300-9296-36A182C88930}" type="presOf" srcId="{7B58DED1-7E86-4B68-8CEE-002335E60A74}" destId="{A58A1DB2-6CDA-4A96-8471-AA2ACADB70F9}" srcOrd="0" destOrd="0" presId="urn:microsoft.com/office/officeart/2005/8/layout/vList2"/>
    <dgm:cxn modelId="{5E8AC67C-8AC4-4949-973E-A79D6025DD88}" srcId="{EEF3762F-15A5-4F7A-83D9-4B7C5A441C19}" destId="{A0EE5317-B8A0-448B-A4BC-68078CF86E39}" srcOrd="8" destOrd="0" parTransId="{84E1C70A-308A-437F-86FE-9DB3DB3AE225}" sibTransId="{CCF1A3B4-5B79-44C2-8A45-E402EA0B1033}"/>
    <dgm:cxn modelId="{0942F37F-4330-4C8C-A361-BF44DCC0E115}" srcId="{EEF3762F-15A5-4F7A-83D9-4B7C5A441C19}" destId="{C8EAC75D-D281-4069-9A5B-A924C60D2BF5}" srcOrd="2" destOrd="0" parTransId="{A6D2B05E-6B0C-4FE0-B62C-C8F0DE8672A4}" sibTransId="{30F81B66-FBF2-4647-AC56-1A99329902B1}"/>
    <dgm:cxn modelId="{39BF6E9F-9F11-4471-9797-EDB3E11C3C90}" srcId="{EEF3762F-15A5-4F7A-83D9-4B7C5A441C19}" destId="{75DA7C01-1F9F-469D-B4BD-CF612EC01ABC}" srcOrd="3" destOrd="0" parTransId="{C1B81C77-76DA-47C0-A6D1-8CB817589742}" sibTransId="{278C5D30-82D6-4F40-9896-3CDF4E8D3044}"/>
    <dgm:cxn modelId="{AF25D69F-DF0D-4BC0-8373-59B94246BB65}" type="presOf" srcId="{A0EE5317-B8A0-448B-A4BC-68078CF86E39}" destId="{79EC806A-5647-47F4-91B8-E460BB3ED8F2}" srcOrd="0" destOrd="0" presId="urn:microsoft.com/office/officeart/2005/8/layout/vList2"/>
    <dgm:cxn modelId="{8D9E42AF-50F2-4354-9510-5CB459386AD5}" srcId="{EEF3762F-15A5-4F7A-83D9-4B7C5A441C19}" destId="{254236AE-34D2-46CC-B66C-D0C599051E5D}" srcOrd="5" destOrd="0" parTransId="{D9903068-41D4-4E33-A129-C35FFF9405BC}" sibTransId="{3D964469-44FE-4C8C-87FE-78D74FB7CAF4}"/>
    <dgm:cxn modelId="{673FCFB7-6C35-4E7A-AEC4-5EF7158B2EFB}" type="presOf" srcId="{EEF3762F-15A5-4F7A-83D9-4B7C5A441C19}" destId="{CFCA83F4-5DA0-43CA-8D51-D3199A2EADEE}" srcOrd="0" destOrd="0" presId="urn:microsoft.com/office/officeart/2005/8/layout/vList2"/>
    <dgm:cxn modelId="{51851ABF-18CF-436A-A8ED-9D5C7BEC9314}" type="presOf" srcId="{9C694128-FCAE-456A-A4FD-F71DFD7FB627}" destId="{033E634A-F3D8-4D2C-8D7A-1CF5A953D8A2}" srcOrd="0" destOrd="0" presId="urn:microsoft.com/office/officeart/2005/8/layout/vList2"/>
    <dgm:cxn modelId="{FD5E28C4-C8ED-471A-9CB3-0462E885872D}" srcId="{EEF3762F-15A5-4F7A-83D9-4B7C5A441C19}" destId="{FB40CA15-EA4C-4421-B754-0F6898B258DF}" srcOrd="6" destOrd="0" parTransId="{33255C63-94AF-44CA-8EE1-8FEC8EAE28BB}" sibTransId="{0C05DD72-3D01-45CC-8A48-3657993F24D4}"/>
    <dgm:cxn modelId="{C2E8A9D0-31B6-4196-BFEE-4864A4B63698}" type="presOf" srcId="{0302A08A-B690-44F2-ADAE-DC744EF938F8}" destId="{F7FD569B-3243-476E-9709-75DCAA8A9EAC}" srcOrd="0" destOrd="0" presId="urn:microsoft.com/office/officeart/2005/8/layout/vList2"/>
    <dgm:cxn modelId="{175FE8D7-09B7-46B0-94A0-F2D8E452AC1E}" srcId="{EEF3762F-15A5-4F7A-83D9-4B7C5A441C19}" destId="{7B58DED1-7E86-4B68-8CEE-002335E60A74}" srcOrd="7" destOrd="0" parTransId="{DE6E00A0-513A-4B51-A8C0-7745589395F5}" sibTransId="{96F85C5C-CD77-4FFB-AD74-38892BC56A10}"/>
    <dgm:cxn modelId="{362FD4D8-959C-4D45-8ADB-D1FA80049068}" type="presOf" srcId="{FB40CA15-EA4C-4421-B754-0F6898B258DF}" destId="{5D25A571-8C71-4D35-AE9F-1F1E3A6B2B3C}" srcOrd="0" destOrd="0" presId="urn:microsoft.com/office/officeart/2005/8/layout/vList2"/>
    <dgm:cxn modelId="{0FF315E3-547B-4736-8BE5-13E3898297FD}" type="presOf" srcId="{C631FB16-7284-49B3-B12F-CFE0A22F9452}" destId="{9DAD45AB-FB10-4860-8921-E80A54BB3A74}" srcOrd="0" destOrd="0" presId="urn:microsoft.com/office/officeart/2005/8/layout/vList2"/>
    <dgm:cxn modelId="{07C36CC3-CDA6-466F-922E-F2FA892BA263}" type="presParOf" srcId="{CFCA83F4-5DA0-43CA-8D51-D3199A2EADEE}" destId="{F7FD569B-3243-476E-9709-75DCAA8A9EAC}" srcOrd="0" destOrd="0" presId="urn:microsoft.com/office/officeart/2005/8/layout/vList2"/>
    <dgm:cxn modelId="{144404F0-773F-4880-8357-0BB1D26845F3}" type="presParOf" srcId="{CFCA83F4-5DA0-43CA-8D51-D3199A2EADEE}" destId="{09ABAB71-FC89-43E0-8C05-388CBEECC32B}" srcOrd="1" destOrd="0" presId="urn:microsoft.com/office/officeart/2005/8/layout/vList2"/>
    <dgm:cxn modelId="{9FE98553-0660-42E1-B95A-9EDA8D9E6281}" type="presParOf" srcId="{CFCA83F4-5DA0-43CA-8D51-D3199A2EADEE}" destId="{18EECAFF-5EFA-4D14-ABF7-26E853CF08A5}" srcOrd="2" destOrd="0" presId="urn:microsoft.com/office/officeart/2005/8/layout/vList2"/>
    <dgm:cxn modelId="{6E08F44C-E68C-401A-8400-245E28534343}" type="presParOf" srcId="{CFCA83F4-5DA0-43CA-8D51-D3199A2EADEE}" destId="{0E835227-2EC4-4BCF-8925-09AB2A140049}" srcOrd="3" destOrd="0" presId="urn:microsoft.com/office/officeart/2005/8/layout/vList2"/>
    <dgm:cxn modelId="{C43E681E-A041-42B3-A8A9-798E4151D84E}" type="presParOf" srcId="{CFCA83F4-5DA0-43CA-8D51-D3199A2EADEE}" destId="{898ADFAF-DD36-41AB-9516-94BA11A6FB77}" srcOrd="4" destOrd="0" presId="urn:microsoft.com/office/officeart/2005/8/layout/vList2"/>
    <dgm:cxn modelId="{6EFE72FD-CAB7-483E-BEC8-063763CBECB6}" type="presParOf" srcId="{CFCA83F4-5DA0-43CA-8D51-D3199A2EADEE}" destId="{D8BC4111-B3B1-41E7-9865-07F5016E460D}" srcOrd="5" destOrd="0" presId="urn:microsoft.com/office/officeart/2005/8/layout/vList2"/>
    <dgm:cxn modelId="{DF254395-F754-4EFC-BEAC-FFEE229073FF}" type="presParOf" srcId="{CFCA83F4-5DA0-43CA-8D51-D3199A2EADEE}" destId="{E8E12ED5-E0C1-4E20-ADC9-BA6D94DD364D}" srcOrd="6" destOrd="0" presId="urn:microsoft.com/office/officeart/2005/8/layout/vList2"/>
    <dgm:cxn modelId="{20FA234A-F659-4EFC-B1DF-8D81D7D0D870}" type="presParOf" srcId="{CFCA83F4-5DA0-43CA-8D51-D3199A2EADEE}" destId="{DFA9D771-1A78-4DAA-A8A0-DD4C5BEBBA19}" srcOrd="7" destOrd="0" presId="urn:microsoft.com/office/officeart/2005/8/layout/vList2"/>
    <dgm:cxn modelId="{D13D2AAE-A010-444E-B402-7ED260EFAC96}" type="presParOf" srcId="{CFCA83F4-5DA0-43CA-8D51-D3199A2EADEE}" destId="{9DAD45AB-FB10-4860-8921-E80A54BB3A74}" srcOrd="8" destOrd="0" presId="urn:microsoft.com/office/officeart/2005/8/layout/vList2"/>
    <dgm:cxn modelId="{7458D696-A997-485F-93BD-9429FB5E6084}" type="presParOf" srcId="{CFCA83F4-5DA0-43CA-8D51-D3199A2EADEE}" destId="{42F5EF8C-E414-42FC-AD5A-863EE0E13857}" srcOrd="9" destOrd="0" presId="urn:microsoft.com/office/officeart/2005/8/layout/vList2"/>
    <dgm:cxn modelId="{C9141F59-FBBB-4BD7-A3A7-F4CCDBF166D0}" type="presParOf" srcId="{CFCA83F4-5DA0-43CA-8D51-D3199A2EADEE}" destId="{F53A26FE-BD35-4834-B3AE-4E19A899917A}" srcOrd="10" destOrd="0" presId="urn:microsoft.com/office/officeart/2005/8/layout/vList2"/>
    <dgm:cxn modelId="{449DFCC0-040F-46F9-81FC-2E71084DC4C6}" type="presParOf" srcId="{CFCA83F4-5DA0-43CA-8D51-D3199A2EADEE}" destId="{25FD438F-C2BE-4F84-AF29-D2A7EE514F72}" srcOrd="11" destOrd="0" presId="urn:microsoft.com/office/officeart/2005/8/layout/vList2"/>
    <dgm:cxn modelId="{5C2453DE-CD60-4003-A5CD-0D7646F55E5E}" type="presParOf" srcId="{CFCA83F4-5DA0-43CA-8D51-D3199A2EADEE}" destId="{5D25A571-8C71-4D35-AE9F-1F1E3A6B2B3C}" srcOrd="12" destOrd="0" presId="urn:microsoft.com/office/officeart/2005/8/layout/vList2"/>
    <dgm:cxn modelId="{B6636A75-24F6-4B27-A8B7-0B9B92E8C438}" type="presParOf" srcId="{CFCA83F4-5DA0-43CA-8D51-D3199A2EADEE}" destId="{7585E568-D519-4DC9-9AF1-00D1A907F756}" srcOrd="13" destOrd="0" presId="urn:microsoft.com/office/officeart/2005/8/layout/vList2"/>
    <dgm:cxn modelId="{345025F1-1323-4E02-A3F6-7237E78270E4}" type="presParOf" srcId="{CFCA83F4-5DA0-43CA-8D51-D3199A2EADEE}" destId="{A58A1DB2-6CDA-4A96-8471-AA2ACADB70F9}" srcOrd="14" destOrd="0" presId="urn:microsoft.com/office/officeart/2005/8/layout/vList2"/>
    <dgm:cxn modelId="{A5A1C2E3-57E0-4DFC-BE03-272BDC484CDA}" type="presParOf" srcId="{CFCA83F4-5DA0-43CA-8D51-D3199A2EADEE}" destId="{FEE6AB60-F61F-445B-8CE2-4D73D5A89253}" srcOrd="15" destOrd="0" presId="urn:microsoft.com/office/officeart/2005/8/layout/vList2"/>
    <dgm:cxn modelId="{CAD2B7E5-BC2A-4297-9774-0DCB058F17D3}" type="presParOf" srcId="{CFCA83F4-5DA0-43CA-8D51-D3199A2EADEE}" destId="{79EC806A-5647-47F4-91B8-E460BB3ED8F2}" srcOrd="16" destOrd="0" presId="urn:microsoft.com/office/officeart/2005/8/layout/vList2"/>
    <dgm:cxn modelId="{8C83D1A3-D60F-4661-B065-F47899ED6DE3}" type="presParOf" srcId="{CFCA83F4-5DA0-43CA-8D51-D3199A2EADEE}" destId="{81BB3FD5-ED59-4865-9BF2-545D73A98B0B}" srcOrd="17" destOrd="0" presId="urn:microsoft.com/office/officeart/2005/8/layout/vList2"/>
    <dgm:cxn modelId="{8FDE043A-B22F-4F56-9222-ABE9DFFEB17A}" type="presParOf" srcId="{CFCA83F4-5DA0-43CA-8D51-D3199A2EADEE}" destId="{033E634A-F3D8-4D2C-8D7A-1CF5A953D8A2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D569B-3243-476E-9709-75DCAA8A9EAC}">
      <dsp:nvSpPr>
        <dsp:cNvPr id="0" name=""/>
        <dsp:cNvSpPr/>
      </dsp:nvSpPr>
      <dsp:spPr>
        <a:xfrm>
          <a:off x="0" y="45419"/>
          <a:ext cx="8039100" cy="327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GitHub Account Creation</a:t>
          </a:r>
        </a:p>
      </dsp:txBody>
      <dsp:txXfrm>
        <a:off x="15992" y="61411"/>
        <a:ext cx="8007116" cy="295616"/>
      </dsp:txXfrm>
    </dsp:sp>
    <dsp:sp modelId="{18EECAFF-5EFA-4D14-ABF7-26E853CF08A5}">
      <dsp:nvSpPr>
        <dsp:cNvPr id="0" name=""/>
        <dsp:cNvSpPr/>
      </dsp:nvSpPr>
      <dsp:spPr>
        <a:xfrm>
          <a:off x="0" y="413339"/>
          <a:ext cx="8039100" cy="327600"/>
        </a:xfrm>
        <a:prstGeom prst="roundRect">
          <a:avLst/>
        </a:prstGeom>
        <a:solidFill>
          <a:schemeClr val="accent2">
            <a:hueOff val="-1150210"/>
            <a:satOff val="5095"/>
            <a:lumOff val="-18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Git Installation</a:t>
          </a:r>
        </a:p>
      </dsp:txBody>
      <dsp:txXfrm>
        <a:off x="15992" y="429331"/>
        <a:ext cx="8007116" cy="295616"/>
      </dsp:txXfrm>
    </dsp:sp>
    <dsp:sp modelId="{898ADFAF-DD36-41AB-9516-94BA11A6FB77}">
      <dsp:nvSpPr>
        <dsp:cNvPr id="0" name=""/>
        <dsp:cNvSpPr/>
      </dsp:nvSpPr>
      <dsp:spPr>
        <a:xfrm>
          <a:off x="0" y="781259"/>
          <a:ext cx="8039100" cy="327600"/>
        </a:xfrm>
        <a:prstGeom prst="roundRect">
          <a:avLst/>
        </a:prstGeom>
        <a:solidFill>
          <a:schemeClr val="accent2">
            <a:hueOff val="-2300419"/>
            <a:satOff val="10191"/>
            <a:lumOff val="-37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SSH Key Generation and Configuration</a:t>
          </a:r>
        </a:p>
      </dsp:txBody>
      <dsp:txXfrm>
        <a:off x="15992" y="797251"/>
        <a:ext cx="8007116" cy="295616"/>
      </dsp:txXfrm>
    </dsp:sp>
    <dsp:sp modelId="{E8E12ED5-E0C1-4E20-ADC9-BA6D94DD364D}">
      <dsp:nvSpPr>
        <dsp:cNvPr id="0" name=""/>
        <dsp:cNvSpPr/>
      </dsp:nvSpPr>
      <dsp:spPr>
        <a:xfrm>
          <a:off x="0" y="1149179"/>
          <a:ext cx="8039100" cy="327600"/>
        </a:xfrm>
        <a:prstGeom prst="roundRect">
          <a:avLst/>
        </a:prstGeom>
        <a:solidFill>
          <a:schemeClr val="accent2">
            <a:hueOff val="-3450629"/>
            <a:satOff val="15286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Repository Creation &amp; Project Upload</a:t>
          </a:r>
        </a:p>
      </dsp:txBody>
      <dsp:txXfrm>
        <a:off x="15992" y="1165171"/>
        <a:ext cx="8007116" cy="295616"/>
      </dsp:txXfrm>
    </dsp:sp>
    <dsp:sp modelId="{9DAD45AB-FB10-4860-8921-E80A54BB3A74}">
      <dsp:nvSpPr>
        <dsp:cNvPr id="0" name=""/>
        <dsp:cNvSpPr/>
      </dsp:nvSpPr>
      <dsp:spPr>
        <a:xfrm>
          <a:off x="0" y="1517099"/>
          <a:ext cx="8039100" cy="327600"/>
        </a:xfrm>
        <a:prstGeom prst="roundRect">
          <a:avLst/>
        </a:prstGeom>
        <a:solidFill>
          <a:schemeClr val="accent2">
            <a:hueOff val="-4600839"/>
            <a:satOff val="20382"/>
            <a:lumOff val="-74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New Branch Creation</a:t>
          </a:r>
        </a:p>
      </dsp:txBody>
      <dsp:txXfrm>
        <a:off x="15992" y="1533091"/>
        <a:ext cx="8007116" cy="295616"/>
      </dsp:txXfrm>
    </dsp:sp>
    <dsp:sp modelId="{F53A26FE-BD35-4834-B3AE-4E19A899917A}">
      <dsp:nvSpPr>
        <dsp:cNvPr id="0" name=""/>
        <dsp:cNvSpPr/>
      </dsp:nvSpPr>
      <dsp:spPr>
        <a:xfrm>
          <a:off x="0" y="1885019"/>
          <a:ext cx="8039100" cy="327600"/>
        </a:xfrm>
        <a:prstGeom prst="roundRect">
          <a:avLst/>
        </a:prstGeom>
        <a:solidFill>
          <a:schemeClr val="accent2">
            <a:hueOff val="-5751049"/>
            <a:satOff val="25477"/>
            <a:lumOff val="-93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Pull Request (PR) Creation &amp; Approval</a:t>
          </a:r>
        </a:p>
      </dsp:txBody>
      <dsp:txXfrm>
        <a:off x="15992" y="1901011"/>
        <a:ext cx="8007116" cy="295616"/>
      </dsp:txXfrm>
    </dsp:sp>
    <dsp:sp modelId="{5D25A571-8C71-4D35-AE9F-1F1E3A6B2B3C}">
      <dsp:nvSpPr>
        <dsp:cNvPr id="0" name=""/>
        <dsp:cNvSpPr/>
      </dsp:nvSpPr>
      <dsp:spPr>
        <a:xfrm>
          <a:off x="0" y="2252939"/>
          <a:ext cx="8039100" cy="327600"/>
        </a:xfrm>
        <a:prstGeom prst="roundRect">
          <a:avLst/>
        </a:prstGeom>
        <a:solidFill>
          <a:schemeClr val="accent2">
            <a:hueOff val="-6901259"/>
            <a:satOff val="30573"/>
            <a:lumOff val="-112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Conflict Between Branches</a:t>
          </a:r>
        </a:p>
      </dsp:txBody>
      <dsp:txXfrm>
        <a:off x="15992" y="2268931"/>
        <a:ext cx="8007116" cy="295616"/>
      </dsp:txXfrm>
    </dsp:sp>
    <dsp:sp modelId="{A58A1DB2-6CDA-4A96-8471-AA2ACADB70F9}">
      <dsp:nvSpPr>
        <dsp:cNvPr id="0" name=""/>
        <dsp:cNvSpPr/>
      </dsp:nvSpPr>
      <dsp:spPr>
        <a:xfrm>
          <a:off x="0" y="2620859"/>
          <a:ext cx="8039100" cy="327600"/>
        </a:xfrm>
        <a:prstGeom prst="roundRect">
          <a:avLst/>
        </a:prstGeom>
        <a:solidFill>
          <a:schemeClr val="accent2">
            <a:hueOff val="-8051469"/>
            <a:satOff val="35668"/>
            <a:lumOff val="-131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Conflict Resolution Process</a:t>
          </a:r>
        </a:p>
      </dsp:txBody>
      <dsp:txXfrm>
        <a:off x="15992" y="2636851"/>
        <a:ext cx="8007116" cy="295616"/>
      </dsp:txXfrm>
    </dsp:sp>
    <dsp:sp modelId="{79EC806A-5647-47F4-91B8-E460BB3ED8F2}">
      <dsp:nvSpPr>
        <dsp:cNvPr id="0" name=""/>
        <dsp:cNvSpPr/>
      </dsp:nvSpPr>
      <dsp:spPr>
        <a:xfrm>
          <a:off x="0" y="2988779"/>
          <a:ext cx="8039100" cy="327600"/>
        </a:xfrm>
        <a:prstGeom prst="roundRect">
          <a:avLst/>
        </a:prstGeom>
        <a:solidFill>
          <a:schemeClr val="accent2">
            <a:hueOff val="-9201678"/>
            <a:satOff val="40764"/>
            <a:lumOff val="-149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Revert Changes with Git Commands</a:t>
          </a:r>
        </a:p>
      </dsp:txBody>
      <dsp:txXfrm>
        <a:off x="15992" y="3004771"/>
        <a:ext cx="8007116" cy="295616"/>
      </dsp:txXfrm>
    </dsp:sp>
    <dsp:sp modelId="{033E634A-F3D8-4D2C-8D7A-1CF5A953D8A2}">
      <dsp:nvSpPr>
        <dsp:cNvPr id="0" name=""/>
        <dsp:cNvSpPr/>
      </dsp:nvSpPr>
      <dsp:spPr>
        <a:xfrm>
          <a:off x="0" y="3356699"/>
          <a:ext cx="8039100" cy="327600"/>
        </a:xfrm>
        <a:prstGeom prst="round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Approved PRs and Merged Branches</a:t>
          </a:r>
        </a:p>
      </dsp:txBody>
      <dsp:txXfrm>
        <a:off x="15992" y="3372691"/>
        <a:ext cx="8007116" cy="295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33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1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39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4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0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1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9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3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7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0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1xmX-SpC7FCqFMpnRASH0tSGG0Kl23f-?usp=shar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80221-3F36-D513-6EEF-51B595EAED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GitHub and Digital Repository Management</a:t>
            </a:r>
            <a:endParaRPr lang="es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F3F7F-2C90-8DCB-FFF9-3A82B873E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Final Project</a:t>
            </a:r>
          </a:p>
          <a:p>
            <a:r>
              <a:rPr lang="es-MX">
                <a:hlinkClick r:id="rId2"/>
              </a:rPr>
              <a:t>https://drive.google.com/drive/folders/11xmX-SpC7FCqFMpnRASH0tSGG0Kl23f-?usp=sharing</a:t>
            </a:r>
            <a:endParaRPr lang="es-MX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968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004D59-DE91-ACA2-F923-3A6969E4B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55" y="0"/>
            <a:ext cx="5400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6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F8FA0A-0925-EFFE-4585-69EF28CB6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0"/>
            <a:ext cx="5031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6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3F832-7CD9-DEF3-5D03-226BAB01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3467"/>
            <a:ext cx="2522980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s-MX">
                <a:solidFill>
                  <a:schemeClr val="bg1"/>
                </a:solidFill>
              </a:rPr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37BAC-D3BE-0A9D-15BD-4CA2FEFE5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638044"/>
            <a:ext cx="2522980" cy="3415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GitHub is a platform for hosting code that allows for version control and collaboration. It allows you and others to collaborate on projects from anywhere.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956562-483A-7781-B10D-5BD6D396A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322" y="2076926"/>
            <a:ext cx="4688077" cy="25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0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D53E3C-C83D-47E7-AD31-831BC79D06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877297"/>
              </p:ext>
            </p:extLst>
          </p:nvPr>
        </p:nvGraphicFramePr>
        <p:xfrm>
          <a:off x="552450" y="1564141"/>
          <a:ext cx="8039100" cy="3729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5FE-FC22-6FF1-0839-96C27A96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386744"/>
            <a:ext cx="3364992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800"/>
              <a:t>Git creation and Installation.</a:t>
            </a: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2F0F143B-3981-4FC2-BB15-0C5867633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reating a GitHub account | PracticalSeries: Brackets-Git and GitHub">
            <a:extLst>
              <a:ext uri="{FF2B5EF4-FFF2-40B4-BE49-F238E27FC236}">
                <a16:creationId xmlns:a16="http://schemas.microsoft.com/office/drawing/2014/main" id="{B22C3671-50CB-D831-66D2-D61CDEF26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9772" y="690358"/>
            <a:ext cx="3614168" cy="249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A17CBA3-0A1D-6EE0-B9F9-A2CB4EDC9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49772" y="3671316"/>
            <a:ext cx="3614168" cy="196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7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9F26AF7-9AC1-49A4-8F89-2C63E1C0A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9144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05300-4E9A-DC89-4C8A-CD61047D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4269282"/>
            <a:ext cx="67437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800"/>
              <a:t>Ssh configuration and Repository creation</a:t>
            </a:r>
          </a:p>
        </p:txBody>
      </p:sp>
      <p:pic>
        <p:nvPicPr>
          <p:cNvPr id="1028" name="Picture 4" descr="How to Set Up SSH Passwordless Login (Step-by-Step Tutorial) | StrongDM">
            <a:extLst>
              <a:ext uri="{FF2B5EF4-FFF2-40B4-BE49-F238E27FC236}">
                <a16:creationId xmlns:a16="http://schemas.microsoft.com/office/drawing/2014/main" id="{3010E5BA-5C33-DEF2-1B59-ED30630DEB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67003" y="1340028"/>
            <a:ext cx="3223260" cy="179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irst Git Repository Creation">
            <a:extLst>
              <a:ext uri="{FF2B5EF4-FFF2-40B4-BE49-F238E27FC236}">
                <a16:creationId xmlns:a16="http://schemas.microsoft.com/office/drawing/2014/main" id="{A669DDEF-3B5B-5D65-11D3-B38437A71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3737" y="1396435"/>
            <a:ext cx="3223260" cy="1684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573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40C2-38CF-9E69-5F92-B6A627B2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Repository</a:t>
            </a:r>
            <a:r>
              <a:rPr lang="es-MX" dirty="0"/>
              <a:t> </a:t>
            </a:r>
            <a:r>
              <a:rPr lang="es-MX" dirty="0" err="1"/>
              <a:t>Creation</a:t>
            </a:r>
            <a:r>
              <a:rPr lang="es-MX" dirty="0"/>
              <a:t> &amp; Project </a:t>
            </a:r>
            <a:r>
              <a:rPr lang="es-MX" dirty="0" err="1"/>
              <a:t>Upload</a:t>
            </a:r>
            <a:endParaRPr lang="es-MX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34E089-38AE-1AD0-5BF6-68A2FD813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75" y="2503714"/>
            <a:ext cx="3624215" cy="20716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329E9C-2D1B-8B42-1273-3D62F2B5C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029" y="4929102"/>
            <a:ext cx="4732612" cy="164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17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090" y="1559052"/>
            <a:ext cx="770382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0BF02-3072-91D3-C580-8087BE8C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800"/>
              <a:t>NEW BRANCH CREATION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EB885A-8DB1-531A-8587-D69DB19C7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367" y="2482596"/>
            <a:ext cx="5120021" cy="29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983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B441B-FD52-6D56-E5A1-DE0357EC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404872"/>
            <a:ext cx="2283712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1700"/>
              <a:t>PULL REQUESTS (CREATION AND APPROVAL)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7CC6BB-9948-1604-0712-ABCDAAEA9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0782" y="1975162"/>
            <a:ext cx="4693158" cy="259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7550E-3693-CB5C-DA7B-C7D521B2ED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0" r="-1" b="-1"/>
          <a:stretch>
            <a:fillRect/>
          </a:stretch>
        </p:blipFill>
        <p:spPr>
          <a:xfrm>
            <a:off x="20" y="10"/>
            <a:ext cx="9143980" cy="4571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C3F6D3-44F6-FB3E-A9BF-BB9A693E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3753529"/>
            <a:ext cx="6743700" cy="1645759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/>
              <a:t>Conflicts between branches</a:t>
            </a:r>
          </a:p>
        </p:txBody>
      </p:sp>
    </p:spTree>
    <p:extLst>
      <p:ext uri="{BB962C8B-B14F-4D97-AF65-F5344CB8AC3E}">
        <p14:creationId xmlns:p14="http://schemas.microsoft.com/office/powerpoint/2010/main" val="299340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ull request workflow | Git tutorial | Nulab">
            <a:extLst>
              <a:ext uri="{FF2B5EF4-FFF2-40B4-BE49-F238E27FC236}">
                <a16:creationId xmlns:a16="http://schemas.microsoft.com/office/drawing/2014/main" id="{DA79190C-B727-BE03-8087-FE64F3E958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72"/>
          <a:stretch>
            <a:fillRect/>
          </a:stretch>
        </p:blipFill>
        <p:spPr bwMode="auto">
          <a:xfrm>
            <a:off x="1200150" y="515039"/>
            <a:ext cx="6476980" cy="323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C7E856-B826-6A86-F0F1-2FD8AA81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3753529"/>
            <a:ext cx="6743700" cy="1645759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 dirty="0"/>
              <a:t>Resolution and pr approvals</a:t>
            </a:r>
          </a:p>
        </p:txBody>
      </p:sp>
    </p:spTree>
    <p:extLst>
      <p:ext uri="{BB962C8B-B14F-4D97-AF65-F5344CB8AC3E}">
        <p14:creationId xmlns:p14="http://schemas.microsoft.com/office/powerpoint/2010/main" val="218005768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2679</TotalTime>
  <Words>136</Words>
  <Application>Microsoft Office PowerPoint</Application>
  <PresentationFormat>On-screen Show (4:3)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GitHub and Digital Repository Management</vt:lpstr>
      <vt:lpstr>PowerPoint Presentation</vt:lpstr>
      <vt:lpstr>PowerPoint Presentation</vt:lpstr>
      <vt:lpstr>GitHub</vt:lpstr>
      <vt:lpstr>PowerPoint Presentation</vt:lpstr>
      <vt:lpstr>Git creation and Installation.</vt:lpstr>
      <vt:lpstr>Ssh configuration and Repository creation</vt:lpstr>
      <vt:lpstr>Repository Creation &amp; Project Upload</vt:lpstr>
      <vt:lpstr>NEW BRANCH CREATION</vt:lpstr>
      <vt:lpstr>PULL REQUESTS (CREATION AND APPROVAL)</vt:lpstr>
      <vt:lpstr>Conflicts between branches</vt:lpstr>
      <vt:lpstr>Resolution and pr approvals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Valeria Duque</cp:lastModifiedBy>
  <cp:revision>6</cp:revision>
  <dcterms:created xsi:type="dcterms:W3CDTF">2013-01-27T09:14:16Z</dcterms:created>
  <dcterms:modified xsi:type="dcterms:W3CDTF">2025-09-26T20:37:22Z</dcterms:modified>
  <cp:category/>
</cp:coreProperties>
</file>